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4400">
                <a:solidFill>
                  <a:srgbClr val="0A2540"/>
                </a:solidFill>
                <a:latin typeface="Segoe UI"/>
              </a:defRPr>
            </a:pPr>
            <a:r>
              <a:t>Next-Generation Web Ecosystem &amp;</a:t>
            </a:r>
            <a:br/>
            <a:r>
              <a:t>AI Chatbot for ViBeS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00D4B2"/>
                </a:solidFill>
                <a:latin typeface="Segoe UI"/>
              </a:defRPr>
            </a:pPr>
            <a:r>
              <a:t>A decoupled, intelligent digital portal for modern academic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808080"/>
                </a:solidFill>
                <a:latin typeface="Segoe UI"/>
              </a:defRPr>
            </a:pPr>
            <a:r>
              <a:t>Presented by: [Your Name] |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